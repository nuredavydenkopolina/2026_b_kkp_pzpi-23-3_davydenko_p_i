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8" r:id="rId11"/>
    <p:sldId id="270" r:id="rId12"/>
    <p:sldId id="271" r:id="rId13"/>
    <p:sldId id="267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із теми 1 –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Помірний стиль 4 –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681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763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510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772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44490" y="448766"/>
            <a:ext cx="3281100" cy="19471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жанрі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соціального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детективу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рушії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Ren’Py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41340" y="353219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Давиденко Поліна Ігорівна, ПЗПІ-23-3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ст.викл. </a:t>
            </a:r>
            <a:r>
              <a:rPr lang="uk-UA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k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афедри ПІ Юрій Новіков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червня 2025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роботи є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реалізація гри в жанрі соціального детективу на рушії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Ren'Py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використанням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 виборів, механіки підозр та інтерактивних міні-ігор.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пов'язана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інтересу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сюжетно-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попиту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нелінійним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проходженням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 err="1"/>
              <a:t>Аналіз</a:t>
            </a:r>
            <a:r>
              <a:rPr lang="ru-RU" sz="3200" dirty="0"/>
              <a:t> </a:t>
            </a:r>
            <a:r>
              <a:rPr lang="ru-RU" sz="3200" dirty="0" err="1"/>
              <a:t>проблеми</a:t>
            </a:r>
            <a:r>
              <a:rPr lang="ru-RU" sz="3200" dirty="0"/>
              <a:t> (</a:t>
            </a:r>
            <a:r>
              <a:rPr lang="ru-RU" sz="3200" dirty="0" err="1"/>
              <a:t>аналіз</a:t>
            </a:r>
            <a:r>
              <a:rPr lang="ru-RU" sz="3200" dirty="0"/>
              <a:t> </a:t>
            </a:r>
            <a:r>
              <a:rPr lang="ru-RU" sz="3200" dirty="0" err="1"/>
              <a:t>існуючих</a:t>
            </a:r>
            <a:r>
              <a:rPr lang="ru-RU" sz="3200" dirty="0"/>
              <a:t> </a:t>
            </a:r>
            <a:r>
              <a:rPr lang="ru-RU" sz="3200" dirty="0" err="1"/>
              <a:t>рішень</a:t>
            </a:r>
            <a:r>
              <a:rPr lang="ru-RU" sz="3200" dirty="0"/>
              <a:t>) 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F16BF95D-8DDD-45CE-8F2F-7C16E0F59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197035"/>
              </p:ext>
            </p:extLst>
          </p:nvPr>
        </p:nvGraphicFramePr>
        <p:xfrm>
          <a:off x="311150" y="1546384"/>
          <a:ext cx="8521701" cy="27127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56241835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69037432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6198881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uk-UA" sz="1400" dirty="0"/>
                        <a:t>Аналог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Переваги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Недоліки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9608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 b="1"/>
                        <a:t>Doki Doki Literature Club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Сильна психологічна атмосфера, яскраві персонажі, мінімалістичний інтерфейс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Майже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немає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інтерактивних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механік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вибори</a:t>
                      </a:r>
                      <a:r>
                        <a:rPr lang="ru-RU" sz="1400" dirty="0"/>
                        <a:t> не </a:t>
                      </a:r>
                      <a:r>
                        <a:rPr lang="ru-RU" sz="1400" dirty="0" err="1"/>
                        <a:t>впливають</a:t>
                      </a:r>
                      <a:r>
                        <a:rPr lang="ru-RU" sz="1400" dirty="0"/>
                        <a:t> на </a:t>
                      </a:r>
                      <a:r>
                        <a:rPr lang="ru-RU" sz="1400" dirty="0" err="1"/>
                        <a:t>основний</a:t>
                      </a:r>
                      <a:r>
                        <a:rPr lang="ru-RU" sz="1400" dirty="0"/>
                        <a:t> сюжет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16034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lang="en-US" sz="1400" b="1"/>
                        <a:t>Ace Attorney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Механіки розслідування вбудовані в сюжет, швидкий темп, запам’ятовувані персонажі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Сюжет переважно лінійний, деякі логічні рішення неочевидні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31974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 b="1"/>
                        <a:t>Danganronpa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Міні-ігри пов’язані з ключовими сценами, багато персонажів, висока напруга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Інтерфейс перевантажений, окремі міні-ігри відволікають від історії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7155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Постановка </a:t>
            </a:r>
            <a:r>
              <a:rPr lang="ru-RU" sz="3200" dirty="0" err="1"/>
              <a:t>задачі</a:t>
            </a:r>
            <a:r>
              <a:rPr lang="ru-RU" sz="3200" dirty="0"/>
              <a:t> та </a:t>
            </a:r>
            <a:r>
              <a:rPr lang="ru-RU" sz="3200" dirty="0" err="1"/>
              <a:t>опис</a:t>
            </a:r>
            <a:r>
              <a:rPr lang="ru-RU" sz="3200" dirty="0"/>
              <a:t> </a:t>
            </a:r>
            <a:r>
              <a:rPr lang="ru-RU" sz="3200" dirty="0" err="1"/>
              <a:t>системи</a:t>
            </a:r>
            <a:endParaRPr lang="ru-RU"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сюжетно-орієнтованих детективних іграх часто бракує інтерактивності, міні-ігри не впливають на сюжет, а інтерфейс може перевантажувати гравця. </a:t>
            </a:r>
          </a:p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Потрібно створити гру, де вибори та міні-ігри реально змінюють розвиток подій. Очікується створення нелінійної гри в жанрі соціального детективу на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Ren’Py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системою виборів, підозр, 4 міні-іграми, кількома кінцівками, збереженням прогресу та галереєю відкритих фіналів.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Ren’Py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рушій для розробки візуальних новел.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логіки та міні-ігор.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–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 розробки та редагування коду.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–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версій.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268925" y="1245280"/>
            <a:ext cx="4113422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Engine –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центральний модуль, що координує роботу всієї гри.</a:t>
            </a:r>
          </a:p>
          <a:p>
            <a:pPr marL="0" lvl="0" indent="0" algn="just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 System –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сюжетні гілки, діалоги та система виборів.</a:t>
            </a:r>
          </a:p>
          <a:p>
            <a:pPr marL="0" lvl="0" indent="0" algn="just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Minigames Module –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інтерактивних міні-ігор.</a:t>
            </a:r>
          </a:p>
          <a:p>
            <a:pPr marL="0" lvl="0" indent="0" algn="just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&amp; Visuals –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екрани, меню, анімації та інтерфейс користувача.</a:t>
            </a:r>
          </a:p>
          <a:p>
            <a:pPr marL="0" lvl="0" indent="0" algn="just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Resources –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графіка, аудіо та інші ресурси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B78D1C-06BA-40B2-8851-7C792ED84C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032" y="635086"/>
            <a:ext cx="3867245" cy="401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99666" y="1445423"/>
            <a:ext cx="8520600" cy="2859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Ren’Py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основний рушій, використаний для створення візуальної новели, реалізації діалогів, меню, системи збережень та сюжетних переходів.</a:t>
            </a:r>
          </a:p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використаний для програмування ігрової логіки, системи підозр та механік міні-ігор.</a:t>
            </a:r>
          </a:p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 розробки для написання та редагування програмного коду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використаний для зберігання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контролю версій під час розробки.</a:t>
            </a:r>
          </a:p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Ren'Py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 Language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застосований для створення користувацького інтерфейсу, меню, екранів діалогів і міні-ігор.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Методи: модульна архітектура,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моделювання, система умовних переходів, механіка підозр.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Послідовність: аналіз →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реалізація → тестування.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Ren'Py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Python.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778933"/>
            <a:ext cx="8520600" cy="3800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Галерея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4E8BE4-4518-4253-AC3B-87BEFB895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413" y="383263"/>
            <a:ext cx="4666827" cy="13443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8FAF5B-0362-4CBF-938D-F5C40033F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199" y="1864750"/>
            <a:ext cx="5148052" cy="289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0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778933"/>
            <a:ext cx="8520600" cy="3800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вибору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сюжетних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переходів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D2CAE5-80B0-40F4-BA01-395A760A1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441" y="371844"/>
            <a:ext cx="2486200" cy="14114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6FEA55-7CBA-4720-B190-6DB46F1FF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913" y="2061775"/>
            <a:ext cx="4970623" cy="27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43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778933"/>
            <a:ext cx="8520600" cy="3800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іні-гра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Пошук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EEBC6E-57A9-4F18-90EF-48BD5A39C16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916694" y="1962263"/>
            <a:ext cx="5310611" cy="27959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36905E-7CA7-4559-81B1-C7ABEFE1E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158" y="291105"/>
            <a:ext cx="2412830" cy="149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7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Інтерфейс користувача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778933"/>
            <a:ext cx="8520600" cy="3800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46A180-4AC6-4429-BB1D-45B5E9F7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17" y="749452"/>
            <a:ext cx="3312108" cy="18629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5D8B9C-2D77-4E0B-9687-E25367C693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111"/>
          <a:stretch/>
        </p:blipFill>
        <p:spPr>
          <a:xfrm>
            <a:off x="632317" y="2687175"/>
            <a:ext cx="3312108" cy="19632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5AB453-2392-4A4C-AD15-5A680C020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3447" y="749452"/>
            <a:ext cx="3264964" cy="18365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4B509EF-2FE6-4D54-AF0E-3D8E9CFEAB0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461"/>
          <a:stretch/>
        </p:blipFill>
        <p:spPr>
          <a:xfrm>
            <a:off x="5073447" y="2657694"/>
            <a:ext cx="3264964" cy="19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55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гру у жанрі соціального детективу на рушії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Ren’Py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нелінійний сюжет, систему виборів та механіку підозр.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4 інтерактивні міні-ігри, інтегровані в сюжет.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систему збереження прогресу та галерею кінцівок.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49</TotalTime>
  <Words>501</Words>
  <Application>Microsoft Office PowerPoint</Application>
  <PresentationFormat>Екран (16:9)</PresentationFormat>
  <Paragraphs>72</Paragraphs>
  <Slides>13</Slides>
  <Notes>13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Economica</vt:lpstr>
      <vt:lpstr>Open Sans</vt:lpstr>
      <vt:lpstr>Шаблон презентації кваліфікаційної роботи магістрів</vt:lpstr>
      <vt:lpstr>Ігрове програмне забезпечення в жанрі соціального детективу на рушії Ren’Py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Приклад реалізації</vt:lpstr>
      <vt:lpstr>Інтерфейс користувача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Ігрове програмне забезпечення в жанрі соціального детективу на рушії Ren’Py</dc:title>
  <dc:creator>polina davidenko</dc:creator>
  <cp:lastModifiedBy>polina davidenko</cp:lastModifiedBy>
  <cp:revision>19</cp:revision>
  <dcterms:created xsi:type="dcterms:W3CDTF">2026-05-22T21:38:00Z</dcterms:created>
  <dcterms:modified xsi:type="dcterms:W3CDTF">2026-05-23T10:20:44Z</dcterms:modified>
</cp:coreProperties>
</file>